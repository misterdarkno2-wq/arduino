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2564954" y="3118644"/>
            <a:ext cx="4953893" cy="135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0000"/>
              </a:lnSpc>
              <a:buNone/>
              <a:defRPr lang="en-US" sz="5347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5347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2564954" y="812800"/>
            <a:ext cx="8814246" cy="200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2564954" y="3118644"/>
            <a:ext cx="4953893" cy="135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0000"/>
              </a:lnSpc>
              <a:buNone/>
              <a:defRPr lang="en-US" sz="5347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5347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2564954" y="812800"/>
            <a:ext cx="8814246" cy="200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9C3A6"/>
          </a:solidFill>
          <a:ln/>
        </p:spPr>
      </p:sp>
      <p:pic>
        <p:nvPicPr>
          <p:cNvPr id="3" name="Image 0" descr="Candado con ondas RFI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12000" y="1397000"/>
            <a:ext cx="4064000" cy="4064000"/>
          </a:xfrm>
          <a:prstGeom prst="rect">
            <a:avLst/>
          </a:prstGeom>
        </p:spPr>
      </p:pic>
      <p:pic>
        <p:nvPicPr>
          <p:cNvPr id="4" name="Image 1" descr="Insignia Liceo Bicentenario Manuel Montt">    </p:cNvPr>
          <p:cNvPicPr>
            <a:picLocks noChangeAspect="1"/>
          </p:cNvPicPr>
          <p:nvPr/>
        </p:nvPicPr>
        <p:blipFill>
          <a:blip r:embed="rId2"/>
          <a:srcRect l="-1111" r="-1111" t="0" b="0"/>
          <a:stretch/>
        </p:blipFill>
        <p:spPr>
          <a:xfrm>
            <a:off x="812800" y="812800"/>
            <a:ext cx="1397000" cy="136663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12800" y="2484239"/>
            <a:ext cx="10883392" cy="303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585" spc="200" kern="0" dirty="0">
                <a:solidFill>
                  <a:srgbClr val="19C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ARDUINO</a:t>
            </a:r>
            <a:endParaRPr lang="en-US" sz="1585" dirty="0"/>
          </a:p>
        </p:txBody>
      </p:sp>
      <p:sp>
        <p:nvSpPr>
          <p:cNvPr id="6" name="Text 2"/>
          <p:cNvSpPr/>
          <p:nvPr>
            <p:ph type="title"/>
          </p:nvPr>
        </p:nvSpPr>
        <p:spPr>
          <a:xfrm>
            <a:off x="812800" y="3067348"/>
            <a:ext cx="6540500" cy="1903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4695" b="1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Cerradura RFID Autónoma de Alta Seguridad</a:t>
            </a:r>
            <a:endParaRPr lang="en-US" sz="4695" dirty="0"/>
          </a:p>
        </p:txBody>
      </p:sp>
      <p:sp>
        <p:nvSpPr>
          <p:cNvPr id="7" name="Text 3"/>
          <p:cNvSpPr/>
          <p:nvPr/>
        </p:nvSpPr>
        <p:spPr>
          <a:xfrm>
            <a:off x="812800" y="5250656"/>
            <a:ext cx="6540500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35"/>
              </a:lnSpc>
              <a:buNone/>
            </a:pPr>
            <a:r>
              <a:rPr lang="en-US" sz="1668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Control de acceso con tarjeta · [Cristobal Soto | Dustin Gutierrez · 4°F]</a:t>
            </a:r>
            <a:endParaRPr lang="en-US" sz="1668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9C3A6"/>
          </a:solidFill>
          <a:ln/>
        </p:spPr>
      </p:sp>
      <p:pic>
        <p:nvPicPr>
          <p:cNvPr id="3" name="Image 0" descr="Insignia Liceo Bicentenario Manuel Mont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8000" y="304800"/>
            <a:ext cx="711200" cy="7112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Una puerta que decide sola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12800" y="1620441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55657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Solo abre si reconoce la tarjeta autorizada. Sin llaves, sin contraseñas, sin intervención humana.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15975" y="2248396"/>
            <a:ext cx="3380284" cy="1454150"/>
          </a:xfrm>
          <a:prstGeom prst="roundRect">
            <a:avLst>
              <a:gd name="adj" fmla="val 6769"/>
            </a:avLst>
          </a:prstGeom>
          <a:solidFill>
            <a:srgbClr val="FFFFFF"/>
          </a:solidFill>
          <a:ln w="6350">
            <a:solidFill>
              <a:srgbClr val="D9D4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73150" y="2505571"/>
            <a:ext cx="295191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E8F78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Autónoma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3150" y="2911971"/>
            <a:ext cx="295191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Se abre, espera y se cierra sola.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05809" y="2248396"/>
            <a:ext cx="3380383" cy="1454150"/>
          </a:xfrm>
          <a:prstGeom prst="roundRect">
            <a:avLst>
              <a:gd name="adj" fmla="val 6769"/>
            </a:avLst>
          </a:prstGeom>
          <a:solidFill>
            <a:srgbClr val="FFFFFF"/>
          </a:solidFill>
          <a:ln w="6350">
            <a:solidFill>
              <a:srgbClr val="D9D4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62984" y="2505571"/>
            <a:ext cx="295201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E8F78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Segura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662984" y="2911971"/>
            <a:ext cx="295201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Valida el UID completo de la tarjeta.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995741" y="2248396"/>
            <a:ext cx="3380284" cy="1454150"/>
          </a:xfrm>
          <a:prstGeom prst="roundRect">
            <a:avLst>
              <a:gd name="adj" fmla="val 6769"/>
            </a:avLst>
          </a:prstGeom>
          <a:solidFill>
            <a:srgbClr val="FFFFFF"/>
          </a:solidFill>
          <a:ln w="6350">
            <a:solidFill>
              <a:srgbClr val="D9D4C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52916" y="2505571"/>
            <a:ext cx="295191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E8F78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Informativa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252916" y="2911971"/>
            <a:ext cx="295191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Pantalla LCD y sonidos indican cada estado.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9C3A6"/>
          </a:solidFill>
          <a:ln/>
        </p:spPr>
      </p:sp>
      <p:pic>
        <p:nvPicPr>
          <p:cNvPr id="3" name="Image 0" descr="Insignia Liceo Bicentenario Manuel Mont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8000" y="304800"/>
            <a:ext cx="711200" cy="7112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Componentes del sistema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33141"/>
          <a:ext cx="10553700" cy="2196207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Componente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Función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Conexión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Lector RFID MFRC522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Lee la tarjeta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SS 10 · RST 9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Servomotor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Mueve la cerradura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Pin 2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Pantalla LCD I2C 16×2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Muestra mensajes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Dirección 0x3F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Buzzer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Avisa con sonidos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1B2D"/>
                          </a:solidFill>
                          <a:latin typeface="Georgia" pitchFamily="18" charset="0"/>
                          <a:ea typeface="Georgia" pitchFamily="18" charset="-122"/>
                          <a:cs typeface="Georgia" pitchFamily="18" charset="-120"/>
                        </a:rPr>
                        <a:t>Pin 7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9C3A6"/>
          </a:solidFill>
          <a:ln/>
        </p:spPr>
      </p:sp>
      <p:pic>
        <p:nvPicPr>
          <p:cNvPr id="3" name="Image 0" descr="Insignia Liceo Bicentenario Manuel Mont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8000" y="304800"/>
            <a:ext cx="711200" cy="7112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Cómo funciona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623616"/>
            <a:ext cx="2482850" cy="2251373"/>
          </a:xfrm>
          <a:prstGeom prst="roundRect">
            <a:avLst>
              <a:gd name="adj" fmla="val 437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3150" y="1880791"/>
            <a:ext cx="2027555" cy="513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F2B84B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073150" y="2470051"/>
            <a:ext cx="2027555" cy="573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Acercar la tarjeta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73150" y="3120132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El lector detecta una tarjeta nueva.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508375" y="1623616"/>
            <a:ext cx="2482850" cy="2251373"/>
          </a:xfrm>
          <a:prstGeom prst="roundRect">
            <a:avLst>
              <a:gd name="adj" fmla="val 437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65550" y="1880791"/>
            <a:ext cx="2027555" cy="513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F2B84B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2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65550" y="2470051"/>
            <a:ext cx="202755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Leer el UID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765550" y="284589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Cada tarjeta tiene un código único.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00775" y="1623616"/>
            <a:ext cx="2482850" cy="2251373"/>
          </a:xfrm>
          <a:prstGeom prst="roundRect">
            <a:avLst>
              <a:gd name="adj" fmla="val 437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57950" y="1880791"/>
            <a:ext cx="2027555" cy="513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F2B84B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3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57950" y="2470051"/>
            <a:ext cx="202755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Comparar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457950" y="284589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Tamaño y bytes contra el UID autorizado.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893175" y="1623616"/>
            <a:ext cx="2482850" cy="2251373"/>
          </a:xfrm>
          <a:prstGeom prst="roundRect">
            <a:avLst>
              <a:gd name="adj" fmla="val 437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50350" y="1880791"/>
            <a:ext cx="2027555" cy="513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F2B84B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4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9150350" y="2470051"/>
            <a:ext cx="202755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Decidir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150350" y="284589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Abre 5 segundos o deniega el acceso.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9C3A6"/>
          </a:solidFill>
          <a:ln/>
        </p:spPr>
      </p:sp>
      <p:pic>
        <p:nvPicPr>
          <p:cNvPr id="3" name="Image 0" descr="Insignia Liceo Bicentenario Manuel Mont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8000" y="304800"/>
            <a:ext cx="711200" cy="7112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Dos respuestas posibles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623616"/>
            <a:ext cx="5175250" cy="195451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6350">
            <a:solidFill>
              <a:srgbClr val="D9D4C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3150" y="1880791"/>
            <a:ext cx="4800727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E8F78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Acceso correcto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73150" y="231765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Pantalla: «Acceso correcto · Bienvenido!»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73150" y="268595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Dos pitidos agudos y cortos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73150" y="305425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Servo a 90°: puerta abierta 5 s y cierre automático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00775" y="1623616"/>
            <a:ext cx="5175250" cy="195451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6350">
            <a:solidFill>
              <a:srgbClr val="D9D4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57950" y="1880791"/>
            <a:ext cx="4800727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B02F2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Acceso denegado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57950" y="231765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Pantalla: «Acceso denegado · Tarjeta inválida»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57950" y="268595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Un pitido grave y largo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57950" y="305425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1B2D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El servo permanece cerrado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9C3A6"/>
          </a:solidFill>
          <a:ln/>
        </p:spPr>
      </p:sp>
      <p:pic>
        <p:nvPicPr>
          <p:cNvPr id="3" name="Image 0" descr="Insignia Liceo Bicentenario Manuel Mont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8000" y="304800"/>
            <a:ext cx="711200" cy="7112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Detalles de diseño y seguridad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623616"/>
            <a:ext cx="2482850" cy="1387872"/>
          </a:xfrm>
          <a:prstGeom prst="roundRect">
            <a:avLst>
              <a:gd name="adj" fmla="val 709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3150" y="1880791"/>
            <a:ext cx="222250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9C3A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Arranca cerrada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73150" y="225663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Al encender, el servo va a 0°.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508375" y="1623616"/>
            <a:ext cx="2482850" cy="1387872"/>
          </a:xfrm>
          <a:prstGeom prst="roundRect">
            <a:avLst>
              <a:gd name="adj" fmla="val 709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65550" y="1880791"/>
            <a:ext cx="202755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9C3A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UID exacto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765550" y="225663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Verifica largo y bytes con memcmp.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00775" y="1623616"/>
            <a:ext cx="2482850" cy="1387872"/>
          </a:xfrm>
          <a:prstGeom prst="roundRect">
            <a:avLst>
              <a:gd name="adj" fmla="val 709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57950" y="1880791"/>
            <a:ext cx="202755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9C3A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Sin vibración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57950" y="225663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El servo se suelta tras moverse.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893175" y="1623616"/>
            <a:ext cx="2482850" cy="1387872"/>
          </a:xfrm>
          <a:prstGeom prst="roundRect">
            <a:avLst>
              <a:gd name="adj" fmla="val 7092"/>
            </a:avLst>
          </a:prstGeom>
          <a:solidFill>
            <a:srgbClr val="17283F"/>
          </a:solidFill>
          <a:ln w="6350">
            <a:solidFill>
              <a:srgbClr val="2A40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0350" y="1880791"/>
            <a:ext cx="202755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9C3A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Lectura limpia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150350" y="2256631"/>
            <a:ext cx="202755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Cierra la comunicación con cada tarjeta.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ignia Liceo Bicentenario Manuel Mont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7500" y="1468140"/>
            <a:ext cx="1397000" cy="1397000"/>
          </a:xfrm>
          <a:prstGeom prst="rect">
            <a:avLst/>
          </a:prstGeom>
        </p:spPr>
      </p:pic>
      <p:sp>
        <p:nvSpPr>
          <p:cNvPr id="3" name="Text 0"/>
          <p:cNvSpPr/>
          <p:nvPr>
            <p:ph type="title"/>
          </p:nvPr>
        </p:nvSpPr>
        <p:spPr>
          <a:xfrm>
            <a:off x="3961328" y="3169940"/>
            <a:ext cx="4269343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¡Gracias!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5353050" y="4312940"/>
            <a:ext cx="14859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9FB0C3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¿Preguntas?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945963" y="4937720"/>
            <a:ext cx="630007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2B84B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Liceo Bicentenario Manuel Montt · San Javier de Loncomilla, Chile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erradura RFID Autónoma de Alta Seguridad">
  <a:themeElements>
    <a:clrScheme name="Cerradura RFID Autónoma de Alta Seguridad">
      <a:dk1>
        <a:srgbClr val="0F1B2D"/>
      </a:dk1>
      <a:lt1>
        <a:srgbClr val="F4F1EA"/>
      </a:lt1>
      <a:dk2>
        <a:srgbClr val="263040"/>
      </a:dk2>
      <a:lt2>
        <a:srgbClr val="BBBCBB"/>
      </a:lt2>
      <a:accent1>
        <a:srgbClr val="19C3A6"/>
      </a:accent1>
      <a:accent2>
        <a:srgbClr val="F2B84B"/>
      </a:accent2>
      <a:accent3>
        <a:srgbClr val="0E8F78"/>
      </a:accent3>
      <a:accent4>
        <a:srgbClr val="B02F2F"/>
      </a:accent4>
      <a:accent5>
        <a:srgbClr val="9FB0C3"/>
      </a:accent5>
      <a:accent6>
        <a:srgbClr val="55657A"/>
      </a:accent6>
      <a:hlink>
        <a:srgbClr val="0563C1"/>
      </a:hlink>
      <a:folHlink>
        <a:srgbClr val="954F72"/>
      </a:folHlink>
    </a:clrScheme>
    <a:fontScheme name="Cerradura RFID Autónoma de Alta Segurida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Cerradura RFID Autónoma de Alta Seguridad</dc:title>
  <dc:subject/>
  <dc:creator/>
  <cp:lastModifiedBy/>
  <cp:revision>1</cp:revision>
  <dcterms:created xsi:type="dcterms:W3CDTF">2026-10-22T16:57:49Z</dcterms:created>
  <dcterms:modified xsi:type="dcterms:W3CDTF">2026-10-22T16:57:49Z</dcterms:modified>
</cp:coreProperties>
</file>