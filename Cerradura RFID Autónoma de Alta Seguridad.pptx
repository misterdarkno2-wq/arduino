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2564954" y="3189635"/>
            <a:ext cx="4953893" cy="137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5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2564954" y="812800"/>
            <a:ext cx="8814246" cy="2072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2564954" y="3189635"/>
            <a:ext cx="4953893" cy="1379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54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5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2564954" y="812800"/>
            <a:ext cx="8814246" cy="2072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9C3A6"/>
          </a:solidFill>
          <a:ln/>
        </p:spPr>
      </p:sp>
      <p:pic>
        <p:nvPicPr>
          <p:cNvPr id="3" name="Image 0" descr="Candado con ondas RFI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12000" y="1397000"/>
            <a:ext cx="4064000" cy="4064000"/>
          </a:xfrm>
          <a:prstGeom prst="rect">
            <a:avLst/>
          </a:prstGeom>
        </p:spPr>
      </p:pic>
      <p:pic>
        <p:nvPicPr>
          <p:cNvPr id="4" name="Image 1" descr="Insignia Liceo Bicentenario Manuel Mont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918270"/>
            <a:ext cx="1397000" cy="1397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262007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200" kern="0" dirty="0">
                <a:solidFill>
                  <a:srgbClr val="19C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ARDUINO</a:t>
            </a:r>
            <a:endParaRPr lang="en-US" sz="16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812800" y="3209330"/>
            <a:ext cx="654050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Cerradura RFID Autónoma de Alta Seguridad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812800" y="5434310"/>
            <a:ext cx="65405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Control de acceso con tarjeta · [Nombre del estudiante · Curso]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9C3A6"/>
          </a:solidFill>
          <a:ln/>
        </p:spPr>
      </p:sp>
      <p:pic>
        <p:nvPicPr>
          <p:cNvPr id="3" name="Image 0" descr="Insignia Liceo Bicentenario Manuel Mont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304800"/>
            <a:ext cx="711200" cy="7112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Una puerta que decide sola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1620441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5565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Solo abre si reconoce la tarjeta autorizada. Sin llaves, sin contraseñas, sin intervención humana.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15975" y="2248396"/>
            <a:ext cx="3380284" cy="1454150"/>
          </a:xfrm>
          <a:prstGeom prst="roundRect">
            <a:avLst>
              <a:gd name="adj" fmla="val 6769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3150" y="250557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8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Autónoma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3150" y="2911971"/>
            <a:ext cx="29519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 abre, espera y se cierra sola.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405809" y="2248396"/>
            <a:ext cx="3380383" cy="1454150"/>
          </a:xfrm>
          <a:prstGeom prst="roundRect">
            <a:avLst>
              <a:gd name="adj" fmla="val 6769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2984" y="2505571"/>
            <a:ext cx="29520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8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Segura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662984" y="2911971"/>
            <a:ext cx="295201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Valida el UID completo de la tarjeta.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95741" y="2248396"/>
            <a:ext cx="3380284" cy="1454150"/>
          </a:xfrm>
          <a:prstGeom prst="roundRect">
            <a:avLst>
              <a:gd name="adj" fmla="val 6769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52916" y="2505571"/>
            <a:ext cx="29519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8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Informativa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252916" y="2911971"/>
            <a:ext cx="29519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Pantalla LCD y sonidos indican cada estado.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9C3A6"/>
          </a:solidFill>
          <a:ln/>
        </p:spPr>
      </p:sp>
      <p:pic>
        <p:nvPicPr>
          <p:cNvPr id="3" name="Image 0" descr="Insignia Liceo Bicentenario Manuel Mont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304800"/>
            <a:ext cx="711200" cy="7112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Componentes del sistema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10553700" cy="2196207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Componente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Función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Conexión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Lector RFID MFRC522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Lee la tarjeta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SS 10 · RST 9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Servomotor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Mueve la cerradura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Pin 2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Pantalla LCD I2C 16×2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Muestra mensajes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Dirección 0x3F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2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Buzzer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Avisa con sonidos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1B2D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Pin 7</a:t>
                      </a:r>
                      <a:endParaRPr lang="en-US" sz="16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9C3A6"/>
          </a:solidFill>
          <a:ln/>
        </p:spPr>
      </p:sp>
      <p:pic>
        <p:nvPicPr>
          <p:cNvPr id="3" name="Image 0" descr="Insignia Liceo Bicentenario Manuel Mont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304800"/>
            <a:ext cx="711200" cy="7112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Cómo funciona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1623616"/>
            <a:ext cx="2482850" cy="2251373"/>
          </a:xfrm>
          <a:prstGeom prst="roundRect">
            <a:avLst>
              <a:gd name="adj" fmla="val 437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3150" y="1880791"/>
            <a:ext cx="2027555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73150" y="2470051"/>
            <a:ext cx="2027555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Acercar la tarjeta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3150" y="3120132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El lector detecta una tarjeta nueva.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508375" y="1623616"/>
            <a:ext cx="2482850" cy="2251373"/>
          </a:xfrm>
          <a:prstGeom prst="roundRect">
            <a:avLst>
              <a:gd name="adj" fmla="val 437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65550" y="1880791"/>
            <a:ext cx="2027555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65550" y="247005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Leer el UID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765550" y="284589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Cada tarjeta tiene un código único.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00775" y="1623616"/>
            <a:ext cx="2482850" cy="2251373"/>
          </a:xfrm>
          <a:prstGeom prst="roundRect">
            <a:avLst>
              <a:gd name="adj" fmla="val 437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57950" y="1880791"/>
            <a:ext cx="2027555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457950" y="247005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Comparar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57950" y="284589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Tamaño y bytes contra el UID autorizado.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893175" y="1623616"/>
            <a:ext cx="2482850" cy="2251373"/>
          </a:xfrm>
          <a:prstGeom prst="roundRect">
            <a:avLst>
              <a:gd name="adj" fmla="val 437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50350" y="1880791"/>
            <a:ext cx="2027555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9150350" y="247005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Decidir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50350" y="284589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Abre 5 segundos o deniega el acceso.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9C3A6"/>
          </a:solidFill>
          <a:ln/>
        </p:spPr>
      </p:sp>
      <p:pic>
        <p:nvPicPr>
          <p:cNvPr id="3" name="Image 0" descr="Insignia Liceo Bicentenario Manuel Mont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304800"/>
            <a:ext cx="711200" cy="7112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Dos respuestas posibles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1623616"/>
            <a:ext cx="5175250" cy="195451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3150" y="188079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E8F7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Acceso correcto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3150" y="231765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Pantalla: «Acceso correcto · Bienvenido!»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3150" y="268595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Dos pitidos agudos y cortos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3150" y="305425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Servo a 90°: puerta abierta 5 s y cierre automático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00775" y="1623616"/>
            <a:ext cx="5175250" cy="195451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57950" y="1880791"/>
            <a:ext cx="480072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02F2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Acceso denegado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57950" y="231765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Pantalla: «Acceso denegado · Tarjeta inválida»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57950" y="268595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 pitido grave y largo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57950" y="3054251"/>
            <a:ext cx="480072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B2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El servo permanece cerrado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57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9C3A6"/>
          </a:solidFill>
          <a:ln/>
        </p:spPr>
      </p:sp>
      <p:pic>
        <p:nvPicPr>
          <p:cNvPr id="3" name="Image 0" descr="Insignia Liceo Bicentenario Manuel Mont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0" y="304800"/>
            <a:ext cx="711200" cy="7112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Detalles de diseño y seguridad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5975" y="1623616"/>
            <a:ext cx="2482850" cy="1387872"/>
          </a:xfrm>
          <a:prstGeom prst="roundRect">
            <a:avLst>
              <a:gd name="adj" fmla="val 709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3150" y="1880791"/>
            <a:ext cx="222250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C3A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Arranca cerrada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3150" y="225663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Al encender, el servo va a 0°.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508375" y="1623616"/>
            <a:ext cx="2482850" cy="1387872"/>
          </a:xfrm>
          <a:prstGeom prst="roundRect">
            <a:avLst>
              <a:gd name="adj" fmla="val 709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55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C3A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UID exacto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765550" y="225663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Verifica largo y bytes con memcmp.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00775" y="1623616"/>
            <a:ext cx="2482850" cy="1387872"/>
          </a:xfrm>
          <a:prstGeom prst="roundRect">
            <a:avLst>
              <a:gd name="adj" fmla="val 709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79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C3A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Sin vibración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57950" y="225663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El servo se suelta tras moverse.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893175" y="1623616"/>
            <a:ext cx="2482850" cy="1387872"/>
          </a:xfrm>
          <a:prstGeom prst="roundRect">
            <a:avLst>
              <a:gd name="adj" fmla="val 7092"/>
            </a:avLst>
          </a:prstGeom>
          <a:solidFill>
            <a:srgbClr val="17283F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50350" y="1880791"/>
            <a:ext cx="2027555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9C3A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Lectura limpia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50350" y="2256631"/>
            <a:ext cx="202755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Cierra la comunicación con cada tarjeta.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signia Liceo Bicentenario Manuel Mont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7500" y="1468140"/>
            <a:ext cx="1397000" cy="1397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3961328" y="3169940"/>
            <a:ext cx="426934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4F1E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¡Gracias!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5353050" y="4312940"/>
            <a:ext cx="14859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9FB0C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¿Preguntas?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945963" y="4937720"/>
            <a:ext cx="63000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Liceo Bicentenario Manuel Montt · San Javier de Loncomilla, Chile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rradura RFID Autónoma de Alta Seguridad">
  <a:themeElements>
    <a:clrScheme name="Cerradura RFID Autónoma de Alta Seguridad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19C3A6"/>
      </a:accent1>
      <a:accent2>
        <a:srgbClr val="F2B84B"/>
      </a:accent2>
      <a:accent3>
        <a:srgbClr val="0E8F78"/>
      </a:accent3>
      <a:accent4>
        <a:srgbClr val="B02F2F"/>
      </a:accent4>
      <a:accent5>
        <a:srgbClr val="9FB0C3"/>
      </a:accent5>
      <a:accent6>
        <a:srgbClr val="55657A"/>
      </a:accent6>
      <a:hlink>
        <a:srgbClr val="0563C1"/>
      </a:hlink>
      <a:folHlink>
        <a:srgbClr val="954F72"/>
      </a:folHlink>
    </a:clrScheme>
    <a:fontScheme name="Cerradura RFID Autónoma de Alta Segurida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Cerradura RFID Autónoma de Alta Seguridad</dc:title>
  <dc:subject/>
  <dc:creator/>
  <cp:lastModifiedBy/>
  <cp:revision>1</cp:revision>
  <dcterms:created xsi:type="dcterms:W3CDTF">2026-10-22T13:35:28Z</dcterms:created>
  <dcterms:modified xsi:type="dcterms:W3CDTF">2026-10-22T13:35:28Z</dcterms:modified>
</cp:coreProperties>
</file>